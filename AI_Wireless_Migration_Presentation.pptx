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AI-Accelerated Wireless Network Asset Migration</a:t>
            </a:r>
          </a:p>
          <a:p>
            <a:pPr lvl="1"/>
            <a:r>
              <a:t>Using ChatGPT, Copilot &amp; Gemini</a:t>
            </a:r>
          </a:p>
          <a:p>
            <a:pPr lvl="1"/>
            <a:r>
              <a:t>By Naveen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Migration from IFP, CPNG, FUSE → DC-Track</a:t>
            </a:r>
          </a:p>
          <a:p>
            <a:pPr lvl="1"/>
            <a:r>
              <a:t>Challenges: different schemas, formats, missing data</a:t>
            </a:r>
          </a:p>
          <a:p>
            <a:pPr lvl="1"/>
            <a:r>
              <a:t>Goal: Fast, accurate, automated migration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3 systems with inconsistent structures</a:t>
            </a:r>
          </a:p>
          <a:p>
            <a:pPr lvl="1"/>
            <a:r>
              <a:t>Heavy transformation required</a:t>
            </a:r>
          </a:p>
          <a:p>
            <a:pPr lvl="1"/>
            <a:r>
              <a:t>Manual process = weeks of effort</a:t>
            </a:r>
          </a:p>
          <a:p>
            <a:pPr lvl="1"/>
            <a:r>
              <a:t>AI reduced time &amp; improved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ChatGPT – Data transformation logic, documentation, fallout fixes</a:t>
            </a:r>
          </a:p>
          <a:p>
            <a:pPr lvl="1"/>
            <a:r>
              <a:t>GitHub Copilot – SQL &amp; script generation</a:t>
            </a:r>
          </a:p>
          <a:p>
            <a:pPr lvl="1"/>
            <a:r>
              <a:t>Google Gemini – Schema understanding &amp;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Architecture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Generated end-to-end migration architecture slide</a:t>
            </a:r>
          </a:p>
          <a:p>
            <a:pPr lvl="1"/>
            <a:r>
              <a:t>Helped cross-functional communication</a:t>
            </a:r>
          </a:p>
          <a:p>
            <a:pPr lvl="1"/>
            <a:r>
              <a:t>Improved clarity &amp;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Schema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Uploaded schema images into Gemini</a:t>
            </a:r>
          </a:p>
          <a:p>
            <a:pPr lvl="1"/>
            <a:r>
              <a:t>Identified field mismatches &amp; missing columns</a:t>
            </a:r>
          </a:p>
          <a:p>
            <a:pPr lvl="1"/>
            <a:r>
              <a:t>AI highlighted transformation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SQL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Copilot generated queries combining 4–5 tables</a:t>
            </a:r>
          </a:p>
          <a:p>
            <a:pPr lvl="1"/>
            <a:r>
              <a:t>Automated joins, filters, derived fields</a:t>
            </a:r>
          </a:p>
          <a:p>
            <a:pPr lvl="1"/>
            <a:r>
              <a:t>Reduced SQL development time by 70%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Field Mapping &amp;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ChatGPT built mapping sheets for 200+ fields</a:t>
            </a:r>
          </a:p>
          <a:p>
            <a:pPr lvl="1"/>
            <a:r>
              <a:t>Created connector logic for PSC assets</a:t>
            </a:r>
          </a:p>
          <a:p>
            <a:pPr lvl="1"/>
            <a:r>
              <a:t>Generated reusable transformation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Asset-Based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AI interpreted API/JSON responses</a:t>
            </a:r>
          </a:p>
          <a:p>
            <a:pPr lvl="1"/>
            <a:r>
              <a:t>Generated values: ConnectorType, Voltage, Poles, Wires</a:t>
            </a:r>
          </a:p>
          <a:p>
            <a:pPr lvl="1"/>
            <a:r>
              <a:t>Avoided manual lookups &amp;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Template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AI produced holistic templates for all asset types</a:t>
            </a:r>
          </a:p>
          <a:p>
            <a:pPr lvl="1"/>
            <a:r>
              <a:t>Correct headers, formats, and sample data</a:t>
            </a:r>
          </a:p>
          <a:p>
            <a:pPr lvl="1"/>
            <a:r>
              <a:t>Standardized structure for migration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Fallout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ChatGPT interpreted fallout errors</a:t>
            </a:r>
          </a:p>
          <a:p>
            <a:pPr lvl="1"/>
            <a:r>
              <a:t>AI suggested fixes &amp; scripts</a:t>
            </a:r>
          </a:p>
          <a:p>
            <a:pPr lvl="1"/>
            <a:r>
              <a:t>Used Excel formulas &amp; Python code to auto-correct fallout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Validation &amp;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Re-imported corrected templates</a:t>
            </a:r>
          </a:p>
          <a:p>
            <a:pPr lvl="1"/>
            <a:r>
              <a:t>Fallout reduced drastically</a:t>
            </a:r>
          </a:p>
          <a:p>
            <a:pPr lvl="1"/>
            <a:r>
              <a:t>Achieved 100% near-perfect import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Time reduction: 3–4 weeks → 7–8 days</a:t>
            </a:r>
          </a:p>
          <a:p>
            <a:pPr lvl="1"/>
            <a:r>
              <a:t>Higher accuracy &amp; consistency</a:t>
            </a:r>
          </a:p>
          <a:p>
            <a:pPr lvl="1"/>
            <a:r>
              <a:t>Faster coding, fewer errors</a:t>
            </a:r>
          </a:p>
          <a:p>
            <a:pPr lvl="1"/>
            <a:r>
              <a:t>Reusable AI-driven frameworks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AI accelerated entire migration</a:t>
            </a:r>
          </a:p>
          <a:p>
            <a:pPr lvl="1"/>
            <a:r>
              <a:t>Improved data quality &amp; delivery speed</a:t>
            </a:r>
          </a:p>
          <a:p>
            <a:pPr lvl="1"/>
            <a:r>
              <a:t>Framework can be reused for upcoming PSC &amp; wireless migrations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
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AI‑Driven Wireless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IFP • CPNG • FUSE ➝ DC‑Track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Unstructured schemas from 3 systems</a:t>
            </a:r>
          </a:p>
          <a:p>
            <a:pPr lvl="1"/>
            <a:r>
              <a:t>• No ready-made export files</a:t>
            </a:r>
          </a:p>
          <a:p>
            <a:pPr lvl="1"/>
            <a:r>
              <a:t>• Different formats, naming &amp;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Manual mapping = weeks of effort</a:t>
            </a:r>
          </a:p>
          <a:p>
            <a:pPr lvl="1"/>
            <a:r>
              <a:t>• Multi‑DB joins were complex</a:t>
            </a:r>
          </a:p>
          <a:p>
            <a:pPr lvl="1"/>
            <a:r>
              <a:t>• High fallout if done manually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AI Helped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Interpreted schema images</a:t>
            </a:r>
          </a:p>
          <a:p>
            <a:pPr lvl="1"/>
            <a:r>
              <a:t>• Identified mapping instantly</a:t>
            </a:r>
          </a:p>
          <a:p>
            <a:pPr lvl="1"/>
            <a:r>
              <a:t>• Reduced manual effort drastically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DC‑Track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Created holistic templates</a:t>
            </a:r>
          </a:p>
          <a:p>
            <a:pPr lvl="1"/>
            <a:r>
              <a:t>• Identified required fields</a:t>
            </a:r>
          </a:p>
          <a:p>
            <a:pPr lvl="1"/>
            <a:r>
              <a:t>• Defined target data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Gemini Schema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Uploaded schema diagrams</a:t>
            </a:r>
          </a:p>
          <a:p>
            <a:pPr lvl="1"/>
            <a:r>
              <a:t>• Found tables &amp; columns</a:t>
            </a:r>
          </a:p>
          <a:p>
            <a:pPr lvl="1"/>
            <a:r>
              <a:t>• Suggested cross‑system 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Gemini Mapping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DC‑Track → IFP/CPNG/FUSE mapping</a:t>
            </a:r>
          </a:p>
          <a:p>
            <a:pPr lvl="1"/>
            <a:r>
              <a:t>• Unified view for all assets</a:t>
            </a:r>
          </a:p>
          <a:p>
            <a:pPr lvl="1"/>
            <a:r>
              <a:t>• Foundation for SQL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Copilot SQL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Auto‑generated SQL joins</a:t>
            </a:r>
          </a:p>
          <a:p>
            <a:pPr lvl="1"/>
            <a:r>
              <a:t>• Consistent across 3 DBs</a:t>
            </a:r>
          </a:p>
          <a:p>
            <a:pPr lvl="1"/>
            <a:r>
              <a:t>• Aligned with the template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Data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Executed SQL queries</a:t>
            </a:r>
          </a:p>
          <a:p>
            <a:pPr lvl="1"/>
            <a:r>
              <a:t>• Generated DC‑Track CSVs</a:t>
            </a:r>
          </a:p>
          <a:p>
            <a:pPr lvl="1"/>
            <a:r>
              <a:t>• Clean, structured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Fallout Fixing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AI explained fallout errors</a:t>
            </a:r>
          </a:p>
          <a:p>
            <a:pPr lvl="1"/>
            <a:r>
              <a:t>• Suggested corrections</a:t>
            </a:r>
          </a:p>
          <a:p>
            <a:pPr lvl="1"/>
            <a:r>
              <a:t>• Faster re‑imports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80–90% time saved</a:t>
            </a:r>
          </a:p>
          <a:p>
            <a:pPr lvl="1"/>
            <a:r>
              <a:t>• Accurate multi‑system mapping</a:t>
            </a:r>
          </a:p>
          <a:p>
            <a:pPr lvl="1"/>
            <a:r>
              <a:t>• Reusable AI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AI reduced weeks to days</a:t>
            </a:r>
          </a:p>
          <a:p>
            <a:pPr lvl="1"/>
            <a:r>
              <a:t>• Scalable repeatable process</a:t>
            </a:r>
          </a:p>
          <a:p>
            <a:pPr lvl="1"/>
            <a:r>
              <a:t>• Improved quality &amp; speed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